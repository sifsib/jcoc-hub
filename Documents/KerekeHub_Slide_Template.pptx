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10B981">
              <a:alpha val="12000"/>
            </a:srgbClr>
          </a:solidFill>
          <a:ln w="12700">
            <a:solidFill>
              <a:srgbClr val="10B981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411480"/>
            <a:ext cx="1463040" cy="502920"/>
          </a:xfrm>
          <a:prstGeom prst="rect">
            <a:avLst>
              <a:gd name="adj" fmla="val 1090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114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KEREKE HUB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[Presentation Title]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[Subtitle or Date]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[Presenter Name]  |  [Organisation]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3749040"/>
            <a:ext cx="6858000" cy="36576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886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kerekehub.co.za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Introduction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783080"/>
            <a:ext cx="8321040" cy="56692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[Section Two]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246888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146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[Section Three]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3154680"/>
            <a:ext cx="8321040" cy="566928"/>
          </a:xfrm>
          <a:prstGeom prst="rect">
            <a:avLst/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004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[Section Four]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3840480"/>
            <a:ext cx="8321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8862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Q &amp; A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Kereke Hub  |  kerekehub.co.za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0" y="490118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840480" y="1645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[Section Title]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840480" y="2697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[Brief description of what this section covers]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[Slide Title]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5852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one — replace with your content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two — supporting detail goes here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three — keep bullets to one idea each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 four — aim for 4 to 5 bullets max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37960" y="822960"/>
            <a:ext cx="233172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37960" y="128016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[Stat]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629400" y="23774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[Context label for this number]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903720" y="3246120"/>
            <a:ext cx="1325880" cy="36576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[Source]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Kereke Hub  |  kerekehub.co.za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0" y="490118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Name]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[Comparison Title]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06908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06908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784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[Column A Label]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one for column 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two for column 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three for column 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69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4069080" cy="502920"/>
          </a:xfrm>
          <a:prstGeom prst="rect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97840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[Column B Label]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one for column 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two for column 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three for column 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Kereke Hub  |  kerekehub.co.za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72000" y="490118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Name]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[Features / Highlights Title]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143000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16128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One]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5146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feature or benefit here. Keep it to two or three sentences for clarity.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46120" y="1005840"/>
            <a:ext cx="274320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0584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143000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16128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Two]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feature or benefit here. Keep it to two or three sentences for clarity.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72200" y="1005840"/>
            <a:ext cx="274320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100584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0" y="1143000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116128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Three]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251460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feature or benefit here. Keep it to two or three sentences for clarity.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Kereke Hub  |  kerekehub.co.za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0" y="490118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Name]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dirty="0">
                <a:solidFill>
                  <a:srgbClr val="10B981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1097280" y="128016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[Insert a compelling quote, statistic, or key takeaway here that deserves its own slide.]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00400" y="3246120"/>
            <a:ext cx="27432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342900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[Attribution — Name, Title, Organisation]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5603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[Timeline / Process Title]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740664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96596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8424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1]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[Description of this step]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/ Date]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965960"/>
            <a:ext cx="731520" cy="731520"/>
          </a:xfrm>
          <a:prstGeom prst="ellipse">
            <a:avLst/>
          </a:prstGeom>
          <a:solidFill>
            <a:srgbClr val="6B8F71"/>
          </a:solidFill>
          <a:ln w="12700">
            <a:solidFill>
              <a:srgbClr val="6B8F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98424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2]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71800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[Description of this step]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/ Date]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1965960"/>
            <a:ext cx="731520" cy="7315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98424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4924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3]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0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[Description of this step]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/ Date]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01000" y="1965960"/>
            <a:ext cx="731520" cy="73152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01000" y="198424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80960" y="28803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[Step 4]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35240" y="33832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[Description of this step]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80960" y="1371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[Phase / Date]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011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Kereke Hub  |  kerekehub.co.za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0" y="490118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[Section Name]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0B981">
              <a:alpha val="8000"/>
            </a:srgbClr>
          </a:solidFill>
          <a:ln w="12700">
            <a:solidFill>
              <a:srgbClr val="10B981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09728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20040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 | Organisation]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[email@example.com]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1463040" cy="457200"/>
          </a:xfrm>
          <a:prstGeom prst="rect">
            <a:avLst>
              <a:gd name="adj" fmla="val 12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776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KEREKE HUB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77440" y="40416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kerekehub.co.za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Kereke Hub — Branded Presentation Template</dc:title>
  <dc:subject>PptxGenJS Presentation</dc:subject>
  <dc:creator>Kereke Hub</dc:creator>
  <cp:lastModifiedBy>Kereke Hub</cp:lastModifiedBy>
  <cp:revision>1</cp:revision>
  <dcterms:created xsi:type="dcterms:W3CDTF">2026-05-30T23:58:56Z</dcterms:created>
  <dcterms:modified xsi:type="dcterms:W3CDTF">2026-05-30T23:58:56Z</dcterms:modified>
</cp:coreProperties>
</file>